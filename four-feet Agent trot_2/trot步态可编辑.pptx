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sldIdLst>
    <p:sldId id="264" r:id="rId4"/>
    <p:sldId id="281" r:id="rId5"/>
    <p:sldId id="282" r:id="rId6"/>
    <p:sldId id="283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/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/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/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/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/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/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/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/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/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/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/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/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/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5860" y="920750"/>
            <a:ext cx="5162550" cy="40620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175" y="708025"/>
            <a:ext cx="4511675" cy="42748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trot姿态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4460" y="494665"/>
            <a:ext cx="4037965" cy="2934335"/>
          </a:xfrm>
          <a:prstGeom prst="rect">
            <a:avLst/>
          </a:prstGeom>
        </p:spPr>
      </p:pic>
      <p:pic>
        <p:nvPicPr>
          <p:cNvPr id="3" name="图片 2" descr="tort时序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585" y="3429000"/>
            <a:ext cx="6494145" cy="2192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屏幕截图 2025-11-11 1509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705" y="403225"/>
            <a:ext cx="5432425" cy="7893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015" y="346710"/>
            <a:ext cx="4330065" cy="12642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5" y="1388745"/>
            <a:ext cx="5810250" cy="2971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110" y="1685925"/>
            <a:ext cx="6965950" cy="459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/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8335" y="517525"/>
            <a:ext cx="7867650" cy="3025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/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230" y="476885"/>
            <a:ext cx="8039100" cy="381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230" y="974090"/>
            <a:ext cx="5899150" cy="54921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370" y="1948815"/>
            <a:ext cx="3856990" cy="2719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trot结果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635" y="448310"/>
            <a:ext cx="6610985" cy="5758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稻壳儿原创设计师【幻雨工作室】_4"/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/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小黄鱼</cp:lastModifiedBy>
  <cp:revision>19</cp:revision>
  <dcterms:created xsi:type="dcterms:W3CDTF">2020-05-18T03:48:00Z</dcterms:created>
  <dcterms:modified xsi:type="dcterms:W3CDTF">2025-11-11T07:37:40Z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KSOTemplateUUID">
    <vt:lpwstr>v1.0_mb_gAoP81zLHtv9kWQ9r7oE8w==</vt:lpwstr>
  </property>
  <property fmtid="{D5CDD505-2E9C-101B-9397-08002B2CF9AE}" pid="4" name="ICV">
    <vt:lpwstr>939D40A3485940C6B1E66ECB0D421A60_13</vt:lpwstr>
  </property>
</Properties>
</file>