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sldIdLst>
    <p:sldId id="264" r:id="rId4"/>
    <p:sldId id="281" r:id="rId5"/>
    <p:sldId id="282" r:id="rId6"/>
    <p:sldId id="283" r:id="rId7"/>
    <p:sldId id="28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/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/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/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/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/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/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/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/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/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/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/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/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/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920750"/>
            <a:ext cx="5162550" cy="40620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175" y="708025"/>
            <a:ext cx="4511675" cy="4274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trot姿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4460" y="494665"/>
            <a:ext cx="4037965" cy="2934335"/>
          </a:xfrm>
          <a:prstGeom prst="rect">
            <a:avLst/>
          </a:prstGeom>
        </p:spPr>
      </p:pic>
      <p:pic>
        <p:nvPicPr>
          <p:cNvPr id="3" name="图片 2" descr="tort时序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585" y="3429000"/>
            <a:ext cx="6494145" cy="2192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/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/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/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小黄鱼</cp:lastModifiedBy>
  <cp:revision>18</cp:revision>
  <dcterms:created xsi:type="dcterms:W3CDTF">2020-05-18T03:48:00Z</dcterms:created>
  <dcterms:modified xsi:type="dcterms:W3CDTF">2025-10-30T15:01:15Z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KSOTemplateUUID">
    <vt:lpwstr>v1.0_mb_gAoP81zLHtv9kWQ9r7oE8w==</vt:lpwstr>
  </property>
  <property fmtid="{D5CDD505-2E9C-101B-9397-08002B2CF9AE}" pid="4" name="ICV">
    <vt:lpwstr>F6AF4BF3E0AA4984A08018DAF52241F8_11</vt:lpwstr>
  </property>
</Properties>
</file>